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3AEE-4390-48E1-9B37-86986C982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A2DC6-B498-4DD6-A4F3-FE37F5F1D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5474-6038-4932-B4C0-69A1A9BB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FC3E7-A1E3-42BC-B189-077DB0E5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86F84-59F4-4A46-822F-9D58D3A1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0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82BB-D655-408E-A4D7-00C15530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49C1-C717-4907-AEC4-D77DE6320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DA0D5-7034-43F1-9034-E3E9688B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36E-2E1A-4947-9053-EB749F35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3B53-785B-40B0-A2B4-BE6208AC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1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7CDA-708C-499C-AA10-29BE3C26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3ED53-D099-4302-8614-A45ED0427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863CE-1F6C-4710-8BBE-12C562AE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D0E1-31AF-4077-B42D-81C3C632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AB85-4069-4372-878B-4854B340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1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06DC-C55C-4E6A-A87E-CEA7D99C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52BA0-BB82-4F36-A052-7C4E332AF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CA62F-55CD-4E0B-88A1-7536D396B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79B17-8AC6-4433-BB1F-17622E84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B7E2B-A5B6-4C84-A29B-00131A8D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7E71B-D3CC-460C-8CF1-DB841631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3231-B286-4BEB-9FC7-9A1BBB88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BCA7D-69D2-4261-BFA3-96BBEF60E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3C626-39B2-4CC2-BED9-72BFD7A57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CA9AA-E15F-44E0-9470-72E8426F0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D732E-8229-4C33-A74E-D9CC71B6B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11730-3B83-45C3-87A0-1ABCBAF1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F187D-4311-410E-8AFC-6345034B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D7547-0B54-423A-8C58-BBD8CB7C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1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B36C-B7EF-4D7C-82E7-FC732D03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4AE31-729C-4495-AD42-C38D9693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5B9F9-A7FA-43CB-89F4-A77B7EFA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79837-EE7E-491D-B395-85F8F78C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3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15CE0-2AFC-49DD-AA7E-ECD0E958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89ED4-215F-4DAE-9372-EEAA92B7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3EE4-0571-477A-A42E-9F91DB06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0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E1B3-8504-45E4-BF76-52318D7D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7E0F-4F1D-4285-AF15-FF98C703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D155A-AE27-435C-84C7-1150A5984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6A96C-61D1-4097-A10C-C6E9C400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89C27-56BA-49B0-BAF6-1A1AD5FA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63F76-71D5-43B9-A493-FF4CF86F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4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70EF-ED90-4E6B-AA21-D1CB5059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A325B-EFF6-43B6-B9A8-ED59DFEB2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7FCDE-1566-46DA-A667-33811E7B6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E375A-3842-4C68-ACC2-AE2F6AB7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73E08-94A9-4A23-BE99-9E912DA2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E6B86-41B6-4F18-A05E-5E93F88E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3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265D-628D-4E52-982D-C3658C2E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74156-9257-41EB-967A-9C4C9849A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B82DB-8B25-4F5B-B17C-DE0FD94C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CDC26-5404-4291-BF26-6F5B3B5D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ED519-0ACC-4DC9-82A7-2442EE69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56306-C8CC-448D-8313-D40CAA213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C60FB-F521-45BF-A188-123EB38F9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0648-7D22-4DFD-B373-F3A4AE9F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3D69-5AB0-4EB5-84E8-E9B917E1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8ACEF-395F-4539-B5B0-B10B28C6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6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2A2E5-C7AB-47CA-B06F-ACC2FC1B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6E39A-2A5E-4271-9775-751CB8E0F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7BDC-DFE4-40DA-A6A9-37B962765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FCC5A-9BD2-4EB6-8114-FAB1C7A635DC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C3973-CD6D-43CC-8F38-4E34B6B79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E9CA1-2089-4A99-A686-5DF3A05F9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79A43-C3E7-4AEA-8840-8874ACC39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66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6CA2-75E3-4AD1-923B-AE8CBED02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2C3C0-A659-42CC-8535-FCB3FA61C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F110E-493B-48A1-BCF5-0E4D611CD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"/>
            <a:ext cx="12192000" cy="685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23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ECF5-C265-46D1-9423-DA81CEFF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E0DFE0-DDBC-4AE4-8061-358687BDB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0197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8701-5EFF-4B97-BACC-5563C12E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C7723-EF1B-414B-A6A4-1F9ACDFC6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9261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30B0-8388-4B76-B570-19B992DC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4036F0-D1EE-4DF9-8118-D7A1D3FA5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5206"/>
          </a:xfrm>
        </p:spPr>
      </p:pic>
    </p:spTree>
    <p:extLst>
      <p:ext uri="{BB962C8B-B14F-4D97-AF65-F5344CB8AC3E}">
        <p14:creationId xmlns:p14="http://schemas.microsoft.com/office/powerpoint/2010/main" val="154659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0AD6-D0DF-48EB-B6EB-20EEC4A9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4BA75F-2E47-4CDB-A721-14621F27B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4" y="0"/>
            <a:ext cx="12195324" cy="6852726"/>
          </a:xfrm>
        </p:spPr>
      </p:pic>
    </p:spTree>
    <p:extLst>
      <p:ext uri="{BB962C8B-B14F-4D97-AF65-F5344CB8AC3E}">
        <p14:creationId xmlns:p14="http://schemas.microsoft.com/office/powerpoint/2010/main" val="398752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98FE-D00F-4F8B-97B0-5F7AC86E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EFE49-EF89-4CC3-BF80-A09B9B853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3" y="0"/>
            <a:ext cx="12192693" cy="6856141"/>
          </a:xfrm>
        </p:spPr>
      </p:pic>
    </p:spTree>
    <p:extLst>
      <p:ext uri="{BB962C8B-B14F-4D97-AF65-F5344CB8AC3E}">
        <p14:creationId xmlns:p14="http://schemas.microsoft.com/office/powerpoint/2010/main" val="2667285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8CAB-9AC9-43EF-9C0D-296411DC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BC935A-9AB3-4791-AC6C-829287798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" y="0"/>
            <a:ext cx="12188983" cy="6857999"/>
          </a:xfrm>
        </p:spPr>
      </p:pic>
    </p:spTree>
    <p:extLst>
      <p:ext uri="{BB962C8B-B14F-4D97-AF65-F5344CB8AC3E}">
        <p14:creationId xmlns:p14="http://schemas.microsoft.com/office/powerpoint/2010/main" val="334228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011F-3BB7-4798-94F5-EB6E71D8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FE0DD4-5CD0-4030-B8A7-F8FF29F65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" y="0"/>
            <a:ext cx="12192205" cy="6857999"/>
          </a:xfrm>
        </p:spPr>
      </p:pic>
    </p:spTree>
    <p:extLst>
      <p:ext uri="{BB962C8B-B14F-4D97-AF65-F5344CB8AC3E}">
        <p14:creationId xmlns:p14="http://schemas.microsoft.com/office/powerpoint/2010/main" val="377366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CC43-A9FF-4D2A-86CE-B89DDB0D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10A42-48B4-47DC-84F8-36C9E06FA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46" y="0"/>
            <a:ext cx="12201246" cy="6857999"/>
          </a:xfrm>
        </p:spPr>
      </p:pic>
    </p:spTree>
    <p:extLst>
      <p:ext uri="{BB962C8B-B14F-4D97-AF65-F5344CB8AC3E}">
        <p14:creationId xmlns:p14="http://schemas.microsoft.com/office/powerpoint/2010/main" val="322598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68C6-EE60-4169-976B-0DF54A5C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EA349-145E-46AE-BC99-1CB0782D4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" y="1287"/>
            <a:ext cx="12191714" cy="6856713"/>
          </a:xfrm>
        </p:spPr>
      </p:pic>
    </p:spTree>
    <p:extLst>
      <p:ext uri="{BB962C8B-B14F-4D97-AF65-F5344CB8AC3E}">
        <p14:creationId xmlns:p14="http://schemas.microsoft.com/office/powerpoint/2010/main" val="170842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E9F5-8EB7-4541-B8C9-38F26B16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D31D8-43F7-40A6-BE72-3E7CBBC32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" y="0"/>
            <a:ext cx="12189510" cy="6858000"/>
          </a:xfrm>
        </p:spPr>
      </p:pic>
    </p:spTree>
    <p:extLst>
      <p:ext uri="{BB962C8B-B14F-4D97-AF65-F5344CB8AC3E}">
        <p14:creationId xmlns:p14="http://schemas.microsoft.com/office/powerpoint/2010/main" val="355206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795B-7813-495F-A80E-05FE96F8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7CD5DC-7B3F-477B-8C63-B14214361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0"/>
            <a:ext cx="12236705" cy="6868416"/>
          </a:xfrm>
        </p:spPr>
      </p:pic>
    </p:spTree>
    <p:extLst>
      <p:ext uri="{BB962C8B-B14F-4D97-AF65-F5344CB8AC3E}">
        <p14:creationId xmlns:p14="http://schemas.microsoft.com/office/powerpoint/2010/main" val="662715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A91EB-6188-4A00-B06D-396B5BBA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D41CEC-EE03-4696-8DBB-A834BD329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8844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19CA-7631-4444-837B-1E9E3D93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D1AF26-DD1B-43BF-81B5-E61DD267F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64" y="0"/>
            <a:ext cx="12204863" cy="6869438"/>
          </a:xfrm>
        </p:spPr>
      </p:pic>
    </p:spTree>
    <p:extLst>
      <p:ext uri="{BB962C8B-B14F-4D97-AF65-F5344CB8AC3E}">
        <p14:creationId xmlns:p14="http://schemas.microsoft.com/office/powerpoint/2010/main" val="140088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Kareman mohamed</dc:creator>
  <cp:lastModifiedBy>Kareman mohamed</cp:lastModifiedBy>
  <cp:revision>1</cp:revision>
  <dcterms:created xsi:type="dcterms:W3CDTF">2025-04-26T11:38:19Z</dcterms:created>
  <dcterms:modified xsi:type="dcterms:W3CDTF">2025-04-26T11:42:41Z</dcterms:modified>
</cp:coreProperties>
</file>